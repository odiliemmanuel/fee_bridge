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FeeBridge — Training Guide</a:t>
            </a:r>
          </a:p>
          <a:p>
            <a:r>
              <a:rPr sz="2200">
                <a:solidFill>
                  <a:srgbClr val="9FB0E0"/>
                </a:solidFill>
              </a:rPr>
              <a:t>How to run your school's fees on FeeBridge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057400"/>
            <a:ext cx="2011680" cy="91440"/>
          </a:xfrm>
          <a:prstGeom prst="rect">
            <a:avLst/>
          </a:prstGeom>
          <a:solidFill>
            <a:srgbClr val="2B5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Who does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School Admin — full setup: academics, fees, students, staff, settings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Bursar — day-to-day payments, invoices, reports, reconciliation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Parent / Guardian — view children, pay fees, see receipts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Sponsor / NGO — a delegated payer assigned to specific students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Step 1 — Onboard your school</a:t>
            </a:r>
          </a:p>
          <a:p>
            <a:r>
              <a:rPr sz="1300">
                <a:solidFill>
                  <a:srgbClr val="9FB0E0"/>
                </a:solidFill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Go to Sign up and create your school and admin account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Set whether you run Day, Boarding, or both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You are taken to the admin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Step 2 — Set up academics</a:t>
            </a:r>
          </a:p>
          <a:p>
            <a:r>
              <a:rPr sz="1300">
                <a:solidFill>
                  <a:srgbClr val="9FB0E0"/>
                </a:solidFill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Create your Classes (e.g. JSS1, JSS2, SS1)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Create a Session (e.g. 2024/2025) — three terms are created automatically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Activate the current term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Step 3 — Set fees</a:t>
            </a:r>
          </a:p>
          <a:p>
            <a:r>
              <a:rPr sz="1300">
                <a:solidFill>
                  <a:srgbClr val="9FB0E0"/>
                </a:solidFill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For each class, set the fee for each term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B7688"/>
                </a:solidFill>
              </a:rPr>
              <a:t>– Set separate amounts for Day and Boarding students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Every fee change is recorded with who/when/old→new/reason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Step 4 — Register students</a:t>
            </a:r>
          </a:p>
          <a:p>
            <a:r>
              <a:rPr sz="1300">
                <a:solidFill>
                  <a:srgbClr val="9FB0E0"/>
                </a:solidFill>
              </a:rPr>
              <a:t>Admin / Bursar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Add a student: name, class, residency (day/boarding)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Admission number is generated automatically if left blank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Auto-enrol into the current session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Search and filter students by class or status any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Step 5 — Register &amp; map parents</a:t>
            </a:r>
          </a:p>
          <a:p>
            <a:r>
              <a:rPr sz="1300">
                <a:solidFill>
                  <a:srgbClr val="9FB0E0"/>
                </a:solidFill>
              </a:rPr>
              <a:t>Admin / Bursar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Add a guardian while creating a student, or separately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If the parent already exists (same phone), the child is simply mapped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Assign a Sponsor or NGO as a delegated payer where needed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Provision a parent-portal login for any guardian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Step 6 — Scholarships</a:t>
            </a:r>
          </a:p>
          <a:p>
            <a:r>
              <a:rPr sz="1300">
                <a:solidFill>
                  <a:srgbClr val="9FB0E0"/>
                </a:solidFill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Create a scholarship (percentage or fixed amount)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Award it to a student; scope it to a session/term or leave open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It is applied automatically when invoices are generated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Step 7 — Generate term invoices</a:t>
            </a:r>
          </a:p>
          <a:p>
            <a:r>
              <a:rPr sz="1300">
                <a:solidFill>
                  <a:srgbClr val="9FB0E0"/>
                </a:solidFill>
              </a:rPr>
              <a:t>Admin / Bursar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Run assessment for the session and term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An invoice is created for every active student with a fee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Scholarships and any carried-over credit are applied automatically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Step 8 — Take an online payment</a:t>
            </a:r>
          </a:p>
          <a:p>
            <a:r>
              <a:rPr sz="1300">
                <a:solidFill>
                  <a:srgbClr val="9FB0E0"/>
                </a:solidFill>
              </a:rPr>
              <a:t>Parent / Bursar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Parent (or bursar) selects children and enters an amount for each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Click Pay — a Nomba account number is shown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Parent transfers to it; FeeBridge settles and reconciles automatically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Full, partial and over-payment are all supported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Step 9 — Record a cash payment</a:t>
            </a:r>
          </a:p>
          <a:p>
            <a:r>
              <a:rPr sz="1300">
                <a:solidFill>
                  <a:srgbClr val="9FB0E0"/>
                </a:solidFill>
              </a:rPr>
              <a:t>Bursar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Open the student's invoice → Record cash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Enter amount and method (cash / transfer / POS)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The parent is alerted by SMS and email automatically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Step 10 — Filter, search &amp; download</a:t>
            </a:r>
          </a:p>
          <a:p>
            <a:r>
              <a:rPr sz="1300">
                <a:solidFill>
                  <a:srgbClr val="9FB0E0"/>
                </a:solidFill>
              </a:rPr>
              <a:t>Admin / Bursar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Filter invoices by status: pending, partial, complete, overpayment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Filter by class; search students by name or admission number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Download the current list as CSV, Excel or PDF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Step 11 — Analytics &amp; reconciliation</a:t>
            </a:r>
          </a:p>
          <a:p>
            <a:r>
              <a:rPr sz="1300">
                <a:solidFill>
                  <a:srgbClr val="9FB0E0"/>
                </a:solidFill>
              </a:rPr>
              <a:t>Admin / Bursar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Dashboard: expected vs collected, outstanding, collection rate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Breakdowns by class and by day/boarding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Reconciliation: verify ledgers and review any unmatched credits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Audit log shows who changed what and when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Parent portal walkthrough</a:t>
            </a:r>
          </a:p>
          <a:p>
            <a:r>
              <a:rPr sz="1300">
                <a:solidFill>
                  <a:srgbClr val="9FB0E0"/>
                </a:solidFill>
              </a:rPr>
              <a:t>Parent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Sign in with your parent login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See each child's outstanding balance and any credit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Enter an amount per child and pay once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Copy the Nomba account, transfer, and you're done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Demo admin — admin@greenfield.edu.ng / password123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Demo parent — obi@example.com / password123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F1830"/>
                </a:solidFill>
              </a:rPr>
              <a:t>• Questions? Reach the FeeBridge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